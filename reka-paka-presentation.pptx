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78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943600" y="-457200"/>
            <a:ext cx="4114800" cy="3200400"/>
          </a:xfrm>
          <a:prstGeom prst="rect">
            <a:avLst/>
          </a:prstGeom>
          <a:solidFill>
            <a:srgbClr val="0D3B66">
              <a:alpha val="60000"/>
            </a:srgbClr>
          </a:solidFill>
          <a:ln/>
        </p:spPr>
        <p:txBody>
          <a:bodyPr/>
          <a:lstStyle/>
          <a:p>
            <a:endParaRPr lang="sr-Latn-R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REKA PAKA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3152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Interactive River Experience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Velenje, Slovenia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840480"/>
            <a:ext cx="2286000" cy="36576"/>
          </a:xfrm>
          <a:prstGeom prst="rect">
            <a:avLst/>
          </a:prstGeom>
          <a:solidFill>
            <a:srgbClr val="1A8A7D"/>
          </a:solidFill>
          <a:ln/>
        </p:spPr>
        <p:txBody>
          <a:bodyPr/>
          <a:lstStyle/>
          <a:p>
            <a:endParaRPr lang="sr-Latn-RS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Strahinja Marić  ·  2025/2026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8404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 Paka v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Velenju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skriti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sprehajališčem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njej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vendar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brez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izkušnje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0D3B66"/>
          </a:solidFill>
          <a:ln/>
        </p:spPr>
        <p:txBody>
          <a:bodyPr/>
          <a:lstStyle/>
          <a:p>
            <a:endParaRPr lang="sr-Latn-RS"/>
          </a:p>
        </p:txBody>
      </p:sp>
      <p:sp>
        <p:nvSpPr>
          <p:cNvPr id="8" name="Text 5"/>
          <p:cNvSpPr/>
          <p:nvPr/>
        </p:nvSpPr>
        <p:spPr>
          <a:xfrm>
            <a:off x="484632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1M+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4846320" y="2743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točk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zajetih iz ARSO podatkov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0" y="35661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REŠITEV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56032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54864"/>
          </a:xfrm>
          <a:prstGeom prst="rect">
            <a:avLst/>
          </a:prstGeom>
          <a:solidFill>
            <a:srgbClr val="1A8A7D"/>
          </a:solidFill>
          <a:ln/>
        </p:spPr>
        <p:txBody>
          <a:bodyPr/>
          <a:lstStyle/>
          <a:p>
            <a:endParaRPr lang="sr-Latn-R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Cloud Renderer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LiDAR točk renderiranih v brskalniku s Three.js. EDL senčenje, sky shader, animirana voda.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280160"/>
            <a:ext cx="256032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sp>
        <p:nvSpPr>
          <p:cNvPr id="9" name="Shape 6"/>
          <p:cNvSpPr/>
          <p:nvPr/>
        </p:nvSpPr>
        <p:spPr>
          <a:xfrm>
            <a:off x="3474720" y="1280160"/>
            <a:ext cx="2560320" cy="54864"/>
          </a:xfrm>
          <a:prstGeom prst="rect">
            <a:avLst/>
          </a:prstGeom>
          <a:solidFill>
            <a:srgbClr val="1A8A7D"/>
          </a:solidFill>
          <a:ln/>
        </p:spPr>
        <p:txBody>
          <a:bodyPr/>
          <a:lstStyle/>
          <a:p>
            <a:endParaRPr lang="sr-Latn-R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Boat Ride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49040" y="265176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Avtomatska vožnja po reki Paki od mostu do promenade. Prosto gledanje okoli sebe med vožnjo.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280160"/>
            <a:ext cx="2560320" cy="3200400"/>
          </a:xfrm>
          <a:prstGeom prst="rect">
            <a:avLst/>
          </a:prstGeom>
          <a:solidFill>
            <a:srgbClr val="E8F4F8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sp>
        <p:nvSpPr>
          <p:cNvPr id="14" name="Shape 10"/>
          <p:cNvSpPr/>
          <p:nvPr/>
        </p:nvSpPr>
        <p:spPr>
          <a:xfrm>
            <a:off x="6309360" y="1280160"/>
            <a:ext cx="2560320" cy="54864"/>
          </a:xfrm>
          <a:prstGeom prst="rect">
            <a:avLst/>
          </a:prstGeom>
          <a:solidFill>
            <a:srgbClr val="1A8A7D"/>
          </a:solidFill>
          <a:ln/>
        </p:spPr>
        <p:txBody>
          <a:bodyPr/>
          <a:lstStyle/>
          <a:p>
            <a:endParaRPr lang="sr-Latn-R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600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 Mode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0" y="265176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hoja po terenu z noclip možnostjo. Raziskovanje celotnega LiDAR območja peš.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TEHNOLOGIJE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Three.js r128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7160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3D engine za point cloud rendering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LiDAR (ARSO)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37160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točk iz slovenskega državnega zajema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GLSL Shaders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37160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EDL senčenje, animirana voda, proceduralno nebo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WebXR API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37160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podpora za immersive izkušnjo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6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Pages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37160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Brezplačen hosting, dostopno vsem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577840" y="13716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SCREENSHOTI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1463040"/>
          </a:xfrm>
          <a:prstGeom prst="rect">
            <a:avLst/>
          </a:prstGeom>
          <a:solidFill>
            <a:srgbClr val="0D3B66">
              <a:alpha val="10000"/>
            </a:srgbClr>
          </a:solidFill>
          <a:ln w="19050">
            <a:solidFill>
              <a:srgbClr val="1A8A7D"/>
            </a:solidFill>
            <a:prstDash val="dash"/>
          </a:ln>
        </p:spPr>
        <p:txBody>
          <a:bodyPr/>
          <a:lstStyle/>
          <a:p>
            <a:endParaRPr lang="sr-Latn-R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Mode – Promenada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645920"/>
            <a:ext cx="3749040" cy="1463040"/>
          </a:xfrm>
          <a:prstGeom prst="rect">
            <a:avLst/>
          </a:prstGeom>
          <a:solidFill>
            <a:srgbClr val="0D3B66">
              <a:alpha val="10000"/>
            </a:srgbClr>
          </a:solidFill>
          <a:ln w="19050">
            <a:solidFill>
              <a:srgbClr val="1A8A7D"/>
            </a:solidFill>
            <a:prstDash val="dash"/>
          </a:ln>
        </p:spPr>
        <p:txBody>
          <a:bodyPr/>
          <a:lstStyle/>
          <a:p>
            <a:endParaRPr lang="sr-Latn-RS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 Ride – Pogled z reke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749040" cy="1463040"/>
          </a:xfrm>
          <a:prstGeom prst="rect">
            <a:avLst/>
          </a:prstGeom>
          <a:solidFill>
            <a:srgbClr val="0D3B66">
              <a:alpha val="10000"/>
            </a:srgbClr>
          </a:solidFill>
          <a:ln w="19050">
            <a:solidFill>
              <a:srgbClr val="1A8A7D"/>
            </a:solidFill>
            <a:prstDash val="dash"/>
          </a:ln>
        </p:spPr>
        <p:txBody>
          <a:bodyPr/>
          <a:lstStyle/>
          <a:p>
            <a:endParaRPr lang="sr-Latn-RS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– Drevesa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3749040" cy="1463040"/>
          </a:xfrm>
          <a:prstGeom prst="rect">
            <a:avLst/>
          </a:prstGeom>
          <a:solidFill>
            <a:srgbClr val="0D3B66">
              <a:alpha val="10000"/>
            </a:srgbClr>
          </a:solidFill>
          <a:ln w="19050">
            <a:solidFill>
              <a:srgbClr val="1A8A7D"/>
            </a:solidFill>
            <a:prstDash val="dash"/>
          </a:ln>
        </p:spPr>
        <p:txBody>
          <a:bodyPr/>
          <a:lstStyle/>
          <a:p>
            <a:endParaRPr lang="sr-Latn-RS"/>
          </a:p>
        </p:txBody>
      </p:sp>
      <p:sp>
        <p:nvSpPr>
          <p:cNvPr id="11" name="Text 9"/>
          <p:cNvSpPr/>
          <p:nvPr/>
        </p:nvSpPr>
        <p:spPr>
          <a:xfrm>
            <a:off x="4754880" y="32918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 in nebo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8F1BE5-A1BC-25EE-61D2-7A5CB3CE0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5" y="1280159"/>
            <a:ext cx="3912402" cy="18850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0C6233-1CE5-CC14-BAA0-34C6FD424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756" y="1280158"/>
            <a:ext cx="3912401" cy="18850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48BEF5-C8CA-05E0-3979-3D3E74C7B4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755" y="3165229"/>
            <a:ext cx="3912401" cy="18006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BFCCEC-DA0D-C4E5-B71F-D050ABB2E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6" y="3165230"/>
            <a:ext cx="3912402" cy="1800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94228"/>
            <a:ext cx="6400800" cy="3200400"/>
          </a:xfrm>
          <a:prstGeom prst="rect">
            <a:avLst/>
          </a:prstGeom>
          <a:solidFill>
            <a:srgbClr val="0D1B2A"/>
          </a:solidFill>
          <a:ln w="25400">
            <a:solidFill>
              <a:srgbClr val="1A8A7D"/>
            </a:solidFill>
            <a:prstDash val="solid"/>
          </a:ln>
        </p:spPr>
        <p:txBody>
          <a:bodyPr/>
          <a:lstStyle/>
          <a:p>
            <a:endParaRPr lang="sr-Latn-RS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https://drive.google.com/file/d/1lVTPyVoEJ1ZR-YbhBTHapr_tcf7SsxXt/view?usp=drive_link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28944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https://strahinja0420.github.io/reka-paka/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840480" cy="155448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Občine &amp; turizem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Interaktivne predstavitve naravnih znamenitosti za turistične organizacije in občinske spletne strani.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840480" cy="155448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Izobraževanje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577840" y="1737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Šole in fakultete za poučevanje geografije, ekologije in prostorskega načrtovanja z realnimi podatki.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3840480" cy="155448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461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Urbanizem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Mestni načrtovalci za vizualizacijo infrastrukturnih projektov ob rekah in vodotokih.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46320" y="3017520"/>
            <a:ext cx="3840480" cy="1554480"/>
          </a:xfrm>
          <a:prstGeom prst="rect">
            <a:avLst/>
          </a:prstGeom>
          <a:solidFill>
            <a:srgbClr val="E8F4F8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sr-Latn-R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461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Razširljivost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57784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Enaka tehnologija uporabna za katero koli reko ali naravno območje z LiDAR podatki.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457200"/>
            <a:ext cx="4572000" cy="6400800"/>
          </a:xfrm>
          <a:prstGeom prst="rect">
            <a:avLst/>
          </a:prstGeom>
          <a:solidFill>
            <a:srgbClr val="0D3B66">
              <a:alpha val="50000"/>
            </a:srgbClr>
          </a:solidFill>
          <a:ln/>
        </p:spPr>
        <p:txBody>
          <a:bodyPr/>
          <a:lstStyle/>
          <a:p>
            <a:endParaRPr lang="sr-Latn-R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ZAKLJUČEK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 Paka je dobila svoj digitalni dvojček – interaktivno WebXR izkušnjo zgrajeno iz realnih LiDAR podatkov.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točk renderirano v realnem času v brskalniku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Avtomatska vožnja z ladjo po reki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Prosto raziskovanje terena peš (Walk Mode)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Dostopno vsem prek GitHub Pages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40080" y="4434840"/>
            <a:ext cx="3200400" cy="36576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sr-Latn-RS"/>
          </a:p>
        </p:txBody>
      </p:sp>
      <p:sp>
        <p:nvSpPr>
          <p:cNvPr id="14" name="Text 8"/>
          <p:cNvSpPr/>
          <p:nvPr/>
        </p:nvSpPr>
        <p:spPr>
          <a:xfrm>
            <a:off x="64008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0A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Hvala za pozornost!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320</Words>
  <Application>Microsoft Office PowerPoint</Application>
  <PresentationFormat>On-screen Show (16:9)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 Paka – WebXR Boat Ride Experience</dc:title>
  <dc:subject>PptxGenJS Presentation</dc:subject>
  <dc:creator>Strahinja Marić</dc:creator>
  <cp:lastModifiedBy>Strahinja Marić</cp:lastModifiedBy>
  <cp:revision>6</cp:revision>
  <dcterms:created xsi:type="dcterms:W3CDTF">2026-03-24T07:57:36Z</dcterms:created>
  <dcterms:modified xsi:type="dcterms:W3CDTF">2026-03-31T06:25:51Z</dcterms:modified>
</cp:coreProperties>
</file>